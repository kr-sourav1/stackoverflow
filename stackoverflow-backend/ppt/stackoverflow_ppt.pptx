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Economica"/>
      <p:regular r:id="rId16"/>
      <p:bold r:id="rId17"/>
      <p:italic r:id="rId18"/>
      <p:boldItalic r:id="rId19"/>
    </p:embeddedFont>
    <p:embeddedFont>
      <p:font typeface="Source Code Pro"/>
      <p:regular r:id="rId20"/>
      <p:bold r:id="rId21"/>
      <p:italic r:id="rId22"/>
      <p:boldItalic r:id="rId23"/>
    </p:embeddedFont>
    <p:embeddedFont>
      <p:font typeface="Merriweather"/>
      <p:regular r:id="rId24"/>
      <p:bold r:id="rId25"/>
      <p:italic r:id="rId26"/>
      <p:boldItalic r:id="rId27"/>
    </p:embeddedFont>
    <p:embeddedFont>
      <p:font typeface="Open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-regular.fntdata"/><Relationship Id="rId22" Type="http://schemas.openxmlformats.org/officeDocument/2006/relationships/font" Target="fonts/SourceCodePro-italic.fntdata"/><Relationship Id="rId21" Type="http://schemas.openxmlformats.org/officeDocument/2006/relationships/font" Target="fonts/SourceCodePro-bold.fntdata"/><Relationship Id="rId24" Type="http://schemas.openxmlformats.org/officeDocument/2006/relationships/font" Target="fonts/Merriweather-regular.fntdata"/><Relationship Id="rId23" Type="http://schemas.openxmlformats.org/officeDocument/2006/relationships/font" Target="fonts/SourceCodePr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-italic.fntdata"/><Relationship Id="rId25" Type="http://schemas.openxmlformats.org/officeDocument/2006/relationships/font" Target="fonts/Merriweather-bold.fntdata"/><Relationship Id="rId28" Type="http://schemas.openxmlformats.org/officeDocument/2006/relationships/font" Target="fonts/OpenSans-regular.fntdata"/><Relationship Id="rId27" Type="http://schemas.openxmlformats.org/officeDocument/2006/relationships/font" Target="fonts/Merriweath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boldItalic.fntdata"/><Relationship Id="rId30" Type="http://schemas.openxmlformats.org/officeDocument/2006/relationships/font" Target="fonts/Open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Economica-bold.fntdata"/><Relationship Id="rId16" Type="http://schemas.openxmlformats.org/officeDocument/2006/relationships/font" Target="fonts/Economica-regular.fntdata"/><Relationship Id="rId19" Type="http://schemas.openxmlformats.org/officeDocument/2006/relationships/font" Target="fonts/Economica-boldItalic.fntdata"/><Relationship Id="rId18" Type="http://schemas.openxmlformats.org/officeDocument/2006/relationships/font" Target="fonts/Economica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c6f80d1f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c6f80d1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c6f80d1f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c6f80d1f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17092298a1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17092298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17092298a1_0_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17092298a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c6f80d1ff_0_5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c6f80d1f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17092298a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17092298a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17092298a1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17092298a1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17092298a1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17092298a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17092298a1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17092298a1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c6f80d1ff_0_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c6f80d1f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490250" y="-70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Sandip Kumar</a:t>
            </a:r>
            <a:endParaRPr/>
          </a:p>
        </p:txBody>
      </p:sp>
      <p:sp>
        <p:nvSpPr>
          <p:cNvPr id="63" name="Google Shape;63;p13"/>
          <p:cNvSpPr txBox="1"/>
          <p:nvPr>
            <p:ph idx="4294967295" type="subTitle"/>
          </p:nvPr>
        </p:nvSpPr>
        <p:spPr>
          <a:xfrm>
            <a:off x="411175" y="2407650"/>
            <a:ext cx="8282400" cy="12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R&amp;D Software Engineer 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me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468825"/>
            <a:ext cx="8520600" cy="3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 Developer with 6+ Years of Experience</a:t>
            </a:r>
            <a:b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Passionate about creating innovative products that simplify everyday life.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Background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Born and raised in Buxar, Bihar.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Education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Bachelor’s degree in Computer Science from Birla Institute of Technology, Mesra.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Professional Journey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Began IT career as a Software Engineer at Onmobile Global.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Currently serving as a Member of Technical Staff 2 at VMware, contributing to the CloudHealth team.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Hobbies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Enjoys playing i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ndoor and outdoor games.</a:t>
            </a:r>
            <a:endParaRPr sz="1600">
              <a:solidFill>
                <a:srgbClr val="333C4E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10775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840450"/>
            <a:ext cx="8520600" cy="42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Design and implement a competitor to Stack Overflow Website.</a:t>
            </a:r>
            <a:endParaRPr b="1" sz="13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Home Page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Display top questions for easy access.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Profiles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Users can create and manage their profiles.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 Questions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Users can post questions and add relevant tags.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 Questions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9144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Users can post answers to questions.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Responses can include rich media content (photos/videos).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Commenting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Users can respond to existing answers.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Voting System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Users can vote on questions and answers to indicate usefulness.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Tag Search and Browsing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Search and browse questions using tags.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Text Search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Search for questions and answers based on text input.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10775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Assumptions</a:t>
            </a:r>
            <a:endParaRPr sz="3200"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841250"/>
            <a:ext cx="8520600" cy="44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Multiple Answers per Question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 question can have several answers.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Comments on Answers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Each answer can have multiple comments.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Authentication Access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Authentication is required for users to access the APIs.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Top Questions Filtering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Questions can be filtered based on votes.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Single Persona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The system is designed with one user persona in mind.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Voting System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9144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Votes can either be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UPVOTE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DOWNVOTE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In-Memory Caching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Utilized to optimize performance and data retrieval.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265500" y="1816950"/>
            <a:ext cx="4045200" cy="150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Stacks</a:t>
            </a:r>
            <a:endParaRPr/>
          </a:p>
        </p:txBody>
      </p:sp>
      <p:sp>
        <p:nvSpPr>
          <p:cNvPr id="87" name="Google Shape;87;p17"/>
          <p:cNvSpPr txBox="1"/>
          <p:nvPr>
            <p:ph idx="2" type="body"/>
          </p:nvPr>
        </p:nvSpPr>
        <p:spPr>
          <a:xfrm>
            <a:off x="4939500" y="724200"/>
            <a:ext cx="39291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33C4E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1.  Java</a:t>
            </a:r>
            <a:endParaRPr b="1">
              <a:solidFill>
                <a:srgbClr val="333C4E"/>
              </a:solidFill>
              <a:highlight>
                <a:srgbClr val="FFFFFF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33C4E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2.  Spring Boot / Spring Security</a:t>
            </a:r>
            <a:endParaRPr b="1">
              <a:solidFill>
                <a:srgbClr val="333C4E"/>
              </a:solidFill>
              <a:highlight>
                <a:srgbClr val="FFFFFF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33C4E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3.  MySQL</a:t>
            </a:r>
            <a:endParaRPr b="1">
              <a:solidFill>
                <a:srgbClr val="333C4E"/>
              </a:solidFill>
              <a:highlight>
                <a:srgbClr val="FFFFFF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33C4E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4.  Elasticsearch</a:t>
            </a:r>
            <a:endParaRPr b="1">
              <a:solidFill>
                <a:srgbClr val="333C4E"/>
              </a:solidFill>
              <a:highlight>
                <a:srgbClr val="FFFFFF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33C4E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5.  S3 Storage</a:t>
            </a:r>
            <a:endParaRPr b="1">
              <a:solidFill>
                <a:srgbClr val="333C4E"/>
              </a:solidFill>
              <a:highlight>
                <a:srgbClr val="FFFFFF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b="1" lang="en">
                <a:solidFill>
                  <a:srgbClr val="333C4E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6.  Kafka</a:t>
            </a:r>
            <a:endParaRPr b="1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HLD</a:t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1195950"/>
            <a:ext cx="8884690" cy="3718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201700"/>
            <a:ext cx="8520600" cy="63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Diagram</a:t>
            </a:r>
            <a:endParaRPr/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200" y="731175"/>
            <a:ext cx="8899151" cy="4159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158175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 Diagram</a:t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1675"/>
            <a:ext cx="8823501" cy="409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0"/>
          <p:cNvSpPr txBox="1"/>
          <p:nvPr/>
        </p:nvSpPr>
        <p:spPr>
          <a:xfrm>
            <a:off x="6000750" y="3302925"/>
            <a:ext cx="31644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Scope</a:t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Notification System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Notify users about activity on their questions, answers, or comments.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Redis Cache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Replace in-memory caching with Redis for enhanced scalability and performance.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Advanced Filtering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Implement various filters for fetching top questions.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Recommendation System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Display personalized top questions based on user preferences and behavior.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Payment Service Integration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Enable a payment service for managing bounties on questions.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Analytics Dashboard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Provide admins with detailed insights into user activity, trending tags, and popular content.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AI-Powered Question Suggestions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Use AI to suggest similar questions while users are typing to reduce duplicates.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